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4F20D-1EB3-4753-4EDA-5267DBFF2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91E5C-0822-688F-4FE9-BE6A0BA8A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F9EC1-A319-7F46-170E-587B1A011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70DAB-C5F3-4CD8-951B-33CC9605019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3E566-E5EA-4189-10F6-485FB2532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82CA0-056A-4DAC-29C4-D0ED4C8D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983F-EB31-4A60-A69B-5B4106725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049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F4A4-7023-61A1-2B7E-7B7AAC954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0824A-230B-BE33-5049-C9BB539D0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BAB74-F4B2-10BA-AE0A-D06B6BDF3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70DAB-C5F3-4CD8-951B-33CC9605019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81203-5977-21D9-E731-211774F87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AC295-E540-A425-A3D0-FA5F8E3E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983F-EB31-4A60-A69B-5B4106725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855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8B543-9A36-A515-6404-9F10122DF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1D92B-92A6-C47D-3690-8054CCF9E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AC28B-7A09-B0A0-6212-1D6F1091D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70DAB-C5F3-4CD8-951B-33CC9605019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1D98D-569A-01C3-4A94-3CDCBF002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6EDDD-F330-4B7F-6358-14515F2C4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983F-EB31-4A60-A69B-5B4106725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660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29CA-E8A4-C9BB-7565-DCFF9BEC4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1EF5D-7C12-80ED-9196-B1140F03D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3785C-97E2-7C05-5EAB-54C119401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21D72-EDDB-D7D6-BC6F-3F363A2C3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70DAB-C5F3-4CD8-951B-33CC9605019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45420-15CD-3252-2F13-4C56752CA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EAB37-E7FD-D30F-87F9-753FAFEFF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983F-EB31-4A60-A69B-5B4106725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539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DEC6-4EA8-CB8B-9FC5-DE811DDEA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9C76F-D3DC-03F5-A605-C08082789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79AAE-9EA9-AB32-9E49-8144D51B7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B9276-C034-CC2B-A982-FA4D764182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069466-8060-0079-8092-901B6885D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FC1C59-2ED8-1C9C-7344-731F2005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70DAB-C5F3-4CD8-951B-33CC9605019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6D174-07DB-626C-7CFA-C81B499C2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4D31F-4D36-8E87-BF57-3977F3894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983F-EB31-4A60-A69B-5B4106725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196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90D2F-6539-75E6-8700-D06DC8367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0F3045-9B2C-E29A-7BC5-9D11DACBA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70DAB-C5F3-4CD8-951B-33CC9605019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7035E1-C920-6E27-0978-75D66B978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5911A-A665-E601-56DA-4902A1BB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983F-EB31-4A60-A69B-5B4106725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077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FA3E0-2758-682C-2F36-6CDBB76A4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70DAB-C5F3-4CD8-951B-33CC9605019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4708A-053A-71D8-C945-15E431F10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BC4F9-D0FC-9275-06CB-D1DA6B5D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983F-EB31-4A60-A69B-5B4106725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532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7C780-624F-C2A5-6F24-5B82EC93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FD5FF-2177-7339-A51E-1D28AEBD2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70EA35-B843-74AE-214D-979D56C09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31DC4-3C69-9BF9-7CC8-9AB77E368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70DAB-C5F3-4CD8-951B-33CC9605019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60906-AC05-C0B8-BB1E-F906BCF14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F17F7-1A05-3CAA-E468-656CDAE0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983F-EB31-4A60-A69B-5B4106725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108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343A5-4C54-183B-BC4D-F5FD0470E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DAABFC-715E-7BFA-02E8-3A401866F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41763-BDFF-A626-7B1E-8EEE9FDFF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61098-5DAB-AAC9-93AE-5E73C36AC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70DAB-C5F3-4CD8-951B-33CC9605019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7999F-5540-02FE-907D-793FFB489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845B7-B0E2-1E70-5F2E-38665A63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983F-EB31-4A60-A69B-5B4106725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421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077AA-74AE-FD77-B67B-F98430295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45A4F-4430-B553-4CA7-D45ADACE8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B58E5-25CF-BB48-8D8B-B45BFC0A5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70DAB-C5F3-4CD8-951B-33CC9605019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A8297-2175-ACB9-D210-50DA7FA6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4164C-1898-8C13-CA08-ACC4BEDCA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983F-EB31-4A60-A69B-5B4106725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893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3535A9-82D9-ED38-BE46-31FD46AA6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547EA-0F56-9319-015E-CA5CC98E5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465DC-AE16-9099-AACC-392F3548B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70DAB-C5F3-4CD8-951B-33CC9605019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07ACA-B7FB-3F27-4E01-0ACBF04B4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44758-F8F2-B1C2-1534-57468F230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983F-EB31-4A60-A69B-5B4106725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502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F67813-3311-F02A-1CC9-3B4E6A376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2483F-7A69-7FD2-6670-346781AAA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E62AB-190A-289F-47BF-BC3291884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70DAB-C5F3-4CD8-951B-33CC9605019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1093A-6C00-5D13-6398-89412437A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A5B9A-5236-A483-C00C-1B2BC193B9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E983F-EB31-4A60-A69B-5B4106725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02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3537E-F541-DEB2-0895-25670DC70D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Reliability Prediction for Car sensor failure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3F132-5BDF-D703-8422-EC0AB6124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3006"/>
            <a:ext cx="9144000" cy="744794"/>
          </a:xfrm>
        </p:spPr>
        <p:txBody>
          <a:bodyPr/>
          <a:lstStyle/>
          <a:p>
            <a:r>
              <a:rPr lang="en-US" dirty="0"/>
              <a:t>Akshay Wadekar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314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7A4829-87C9-59DD-8163-B9B97FB63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335846"/>
              </p:ext>
            </p:extLst>
          </p:nvPr>
        </p:nvGraphicFramePr>
        <p:xfrm>
          <a:off x="501445" y="325693"/>
          <a:ext cx="10894144" cy="6206613"/>
        </p:xfrm>
        <a:graphic>
          <a:graphicData uri="http://schemas.openxmlformats.org/drawingml/2006/table">
            <a:tbl>
              <a:tblPr/>
              <a:tblGrid>
                <a:gridCol w="2723536">
                  <a:extLst>
                    <a:ext uri="{9D8B030D-6E8A-4147-A177-3AD203B41FA5}">
                      <a16:colId xmlns:a16="http://schemas.microsoft.com/office/drawing/2014/main" val="708900413"/>
                    </a:ext>
                  </a:extLst>
                </a:gridCol>
                <a:gridCol w="2723536">
                  <a:extLst>
                    <a:ext uri="{9D8B030D-6E8A-4147-A177-3AD203B41FA5}">
                      <a16:colId xmlns:a16="http://schemas.microsoft.com/office/drawing/2014/main" val="1258864369"/>
                    </a:ext>
                  </a:extLst>
                </a:gridCol>
                <a:gridCol w="2723536">
                  <a:extLst>
                    <a:ext uri="{9D8B030D-6E8A-4147-A177-3AD203B41FA5}">
                      <a16:colId xmlns:a16="http://schemas.microsoft.com/office/drawing/2014/main" val="724481374"/>
                    </a:ext>
                  </a:extLst>
                </a:gridCol>
                <a:gridCol w="2723536">
                  <a:extLst>
                    <a:ext uri="{9D8B030D-6E8A-4147-A177-3AD203B41FA5}">
                      <a16:colId xmlns:a16="http://schemas.microsoft.com/office/drawing/2014/main" val="1395626496"/>
                    </a:ext>
                  </a:extLst>
                </a:gridCol>
              </a:tblGrid>
              <a:tr h="230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+mn-lt"/>
                        </a:rPr>
                        <a:t>Step</a:t>
                      </a:r>
                      <a:endParaRPr lang="en-IN" sz="1200">
                        <a:latin typeface="+mn-lt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+mn-lt"/>
                        </a:rPr>
                        <a:t>Action</a:t>
                      </a:r>
                      <a:endParaRPr lang="en-IN" sz="1200">
                        <a:latin typeface="+mn-lt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+mn-lt"/>
                        </a:rPr>
                        <a:t>Tools/Methods</a:t>
                      </a:r>
                      <a:endParaRPr lang="en-IN" sz="1200">
                        <a:latin typeface="+mn-lt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+mn-lt"/>
                        </a:rPr>
                        <a:t>Output/Deliverable</a:t>
                      </a:r>
                      <a:endParaRPr lang="en-IN" sz="1200">
                        <a:latin typeface="+mn-lt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861240"/>
                  </a:ext>
                </a:extLst>
              </a:tr>
              <a:tr h="750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+mn-lt"/>
                        </a:rPr>
                        <a:t>1. Data Ingestion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+mn-lt"/>
                        </a:rPr>
                        <a:t>Load CSV/Excel sensor field data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+mn-lt"/>
                        </a:rPr>
                        <a:t>pandas.read_csv() / read_excel()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+mn-lt"/>
                        </a:rPr>
                        <a:t>Clean dataframe with sensor readings, failure times, censoring indicators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787367"/>
                  </a:ext>
                </a:extLst>
              </a:tr>
              <a:tr h="577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+mn-lt"/>
                        </a:rPr>
                        <a:t>2. Data Cleaning</a:t>
                      </a:r>
                      <a:endParaRPr lang="en-IN" sz="1200">
                        <a:latin typeface="+mn-lt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+mn-lt"/>
                        </a:rPr>
                        <a:t>Handle missing values, normalize units, encode categorical variables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+mn-lt"/>
                        </a:rPr>
                        <a:t>pandas, sklearn.preprocessing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+mn-lt"/>
                        </a:rPr>
                        <a:t>Preprocessed dataset ready for analysis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723687"/>
                  </a:ext>
                </a:extLst>
              </a:tr>
              <a:tr h="577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+mn-lt"/>
                        </a:rPr>
                        <a:t>3. Exploratory Analysis</a:t>
                      </a:r>
                      <a:endParaRPr lang="en-IN" sz="1200">
                        <a:latin typeface="+mn-lt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+mn-lt"/>
                        </a:rPr>
                        <a:t>Visualize distributions of time-to-failure, operating conditions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+mn-lt"/>
                        </a:rPr>
                        <a:t>matplotlib, seaborn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+mn-lt"/>
                        </a:rPr>
                        <a:t>Histograms, boxplots, scatter plots for sensor degradation/failure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011881"/>
                  </a:ext>
                </a:extLst>
              </a:tr>
              <a:tr h="577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+mn-lt"/>
                        </a:rPr>
                        <a:t>4. Reliability Modelling (Classical)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+mn-lt"/>
                        </a:rPr>
                        <a:t>Fit parametric survival models (Weibull, Exponential, Lognormal)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>
                          <a:latin typeface="+mn-lt"/>
                        </a:rPr>
                        <a:t>lifelines.WeibullFitter</a:t>
                      </a:r>
                      <a:r>
                        <a:rPr lang="en-IN" sz="1200" dirty="0">
                          <a:latin typeface="+mn-lt"/>
                        </a:rPr>
                        <a:t>, </a:t>
                      </a:r>
                      <a:r>
                        <a:rPr lang="en-IN" sz="1200" dirty="0" err="1">
                          <a:latin typeface="+mn-lt"/>
                        </a:rPr>
                        <a:t>KaplanMeierFitter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+mn-lt"/>
                        </a:rPr>
                        <a:t>Reliability curves, hazard rate estimates, parameters (β, η)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350376"/>
                  </a:ext>
                </a:extLst>
              </a:tr>
              <a:tr h="418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+mn-lt"/>
                        </a:rPr>
                        <a:t>5. Non-Parametric Survival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+mn-lt"/>
                        </a:rPr>
                        <a:t>Estimate survival without distribution assumptions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Kaplan-Meier estimator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+mn-lt"/>
                        </a:rPr>
                        <a:t>Survival probability vs. time plot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354396"/>
                  </a:ext>
                </a:extLst>
              </a:tr>
              <a:tr h="577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+mn-lt"/>
                        </a:rPr>
                        <a:t>6. Feature Engineering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+mn-lt"/>
                        </a:rPr>
                        <a:t>Extract predictors (temperature, vibration, load cycles, mileage)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+mn-lt"/>
                        </a:rPr>
                        <a:t>pandas, domain knowledge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Feature matrix (X) for ML models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770428"/>
                  </a:ext>
                </a:extLst>
              </a:tr>
              <a:tr h="750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+mn-lt"/>
                        </a:rPr>
                        <a:t>7. ML Reliability Prediction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+mn-lt"/>
                        </a:rPr>
                        <a:t>Train classifiers/regressors to predict failure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Random Forest, XG Boost, LogisticRegression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Failure probability predictions, feature importance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301091"/>
                  </a:ext>
                </a:extLst>
              </a:tr>
              <a:tr h="750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+mn-lt"/>
                        </a:rPr>
                        <a:t>8. Model Validation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+mn-lt"/>
                        </a:rPr>
                        <a:t>Split train/test, cross-validation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+mn-lt"/>
                        </a:rPr>
                        <a:t>sklearn.model_selection, accuracy_score, confusion_matrix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+mn-lt"/>
                        </a:rPr>
                        <a:t>Accuracy, precision/recall, ROC curves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951482"/>
                  </a:ext>
                </a:extLst>
              </a:tr>
              <a:tr h="418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+mn-lt"/>
                        </a:rPr>
                        <a:t>9. Reliability Forecasting</a:t>
                      </a:r>
                      <a:endParaRPr lang="en-IN" sz="1200">
                        <a:latin typeface="+mn-lt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+mn-lt"/>
                        </a:rPr>
                        <a:t>Predict Remaining Useful Life (RUL)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+mn-lt"/>
                        </a:rPr>
                        <a:t>Survival regression, ML regression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RUL estimates per sensor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498086"/>
                  </a:ext>
                </a:extLst>
              </a:tr>
              <a:tr h="577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+mn-lt"/>
                        </a:rPr>
                        <a:t>10. Deployment/Visualization</a:t>
                      </a:r>
                      <a:endParaRPr lang="en-IN" sz="1200">
                        <a:latin typeface="+mn-lt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+mn-lt"/>
                        </a:rPr>
                        <a:t>Build dashboards for monitoring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>
                          <a:latin typeface="+mn-lt"/>
                        </a:rPr>
                        <a:t>plotly</a:t>
                      </a:r>
                      <a:r>
                        <a:rPr lang="en-IN" sz="1200" dirty="0">
                          <a:latin typeface="+mn-lt"/>
                        </a:rPr>
                        <a:t>, Power BI, Tableau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Interactive reliability dashboards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035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3808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273</Words>
  <Application>Microsoft Office PowerPoint</Application>
  <PresentationFormat>Widescreen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Reliability Prediction for Car sensor failure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Wadekar</dc:creator>
  <cp:lastModifiedBy>Akshay Wadekar</cp:lastModifiedBy>
  <cp:revision>1</cp:revision>
  <dcterms:created xsi:type="dcterms:W3CDTF">2026-07-26T05:24:38Z</dcterms:created>
  <dcterms:modified xsi:type="dcterms:W3CDTF">2026-07-26T08:08:13Z</dcterms:modified>
</cp:coreProperties>
</file>